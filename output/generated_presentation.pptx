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introduce the topic of AI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machine learning capabilities and their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Natural Language Processing and its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computer vision and its role in data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AI pipeline and tools used for presentation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benefits of using AI for presentation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key points and conclude the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17352" y="0"/>
            <a:ext cx="1371600" cy="685800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0817352" cy="54864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 Powered Presentation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38BE6"/>
                </a:solidFill>
                <a:latin typeface="Calibri"/>
              </a:rPr>
              <a:t>Transforming Document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AI-Generated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 to AI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618488"/>
            <a:ext cx="164592" cy="164592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D1B2A"/>
                </a:solidFill>
                <a:latin typeface="Calibri"/>
              </a:rPr>
              <a:t>AI transforms industries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276856"/>
            <a:ext cx="164592" cy="164592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D1B2A"/>
                </a:solidFill>
                <a:latin typeface="Calibri"/>
              </a:rPr>
              <a:t>Automates repetitive tasks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2935224"/>
            <a:ext cx="164592" cy="164592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2549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D1B2A"/>
                </a:solidFill>
                <a:latin typeface="Calibri"/>
              </a:rPr>
              <a:t>Enables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188720"/>
            <a:ext cx="5330952" cy="5669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1_45ba0f1451b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330952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3992" y="1188720"/>
            <a:ext cx="6400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Machine Learning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Process vast amounts of data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1343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Real-time data processing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04495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Enable data-driven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188720"/>
            <a:ext cx="5330952" cy="5669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2_66eabae09a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330952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3992" y="1188720"/>
            <a:ext cx="6400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Natural Language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Computers understand human language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1343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Generate human-like text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04495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Enhance document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188720"/>
            <a:ext cx="5330952" cy="5669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3_6e1f423921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330952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3992" y="1188720"/>
            <a:ext cx="6400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Computer Vision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Machines interpret visual information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1343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Enable image and video analysis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04495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Enhance data 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188720"/>
            <a:ext cx="5330952" cy="5669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4_f83acdfb06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330952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3992" y="1188720"/>
            <a:ext cx="6400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 Pipeline and Tools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Groq LLaMA for text summarization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1343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LlamaIndex for retrieval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04495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Automate slide creation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1188720"/>
            <a:ext cx="5330952" cy="5669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05_b25c61db05c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330952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93992" y="1188720"/>
            <a:ext cx="6400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Benefits of AI Powered Generation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Save hours of manual creation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1343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Ensure consistent formatting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044952"/>
            <a:ext cx="146304" cy="146304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6172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D1B2A"/>
                </a:solidFill>
                <a:latin typeface="Calibri"/>
              </a:rPr>
              <a:t>Enhance presentation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and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200400" cy="54864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34747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DDFF"/>
                </a:solidFill>
                <a:latin typeface="Calibri"/>
              </a:rPr>
              <a:t>AI transforms presentation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54864" cy="34747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DDFF"/>
                </a:solidFill>
                <a:latin typeface="Calibri"/>
              </a:rPr>
              <a:t>Saves time and ensures consistency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4864" cy="34747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DDFF"/>
                </a:solidFill>
                <a:latin typeface="Calibri"/>
              </a:rPr>
              <a:t>Enhances overall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BE6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